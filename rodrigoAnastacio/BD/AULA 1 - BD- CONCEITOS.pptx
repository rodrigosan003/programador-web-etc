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56" r:id="rId2"/>
    <p:sldId id="258" r:id="rId3"/>
    <p:sldId id="257" r:id="rId4"/>
    <p:sldId id="259" r:id="rId5"/>
    <p:sldId id="271" r:id="rId6"/>
    <p:sldId id="273" r:id="rId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12" autoAdjust="0"/>
    <p:restoredTop sz="94660"/>
  </p:normalViewPr>
  <p:slideViewPr>
    <p:cSldViewPr>
      <p:cViewPr varScale="1">
        <p:scale>
          <a:sx n="63" d="100"/>
          <a:sy n="63" d="100"/>
        </p:scale>
        <p:origin x="1458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7CD6B7-071D-4A26-8D2D-FBCAE4D27514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F8FF7A-ACAA-4C47-BA94-E5249B535A0C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0912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9F8FF7A-ACAA-4C47-BA94-E5249B535A0C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03145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9F8FF7A-ACAA-4C47-BA94-E5249B535A0C}" type="slidenum">
              <a:rPr lang="pt-BR" smtClean="0"/>
              <a:pPr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71642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13959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96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10997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8444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26078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7566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321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5723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5422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6847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847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pt-BR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pt-BR"/>
              <a:t>Haga clic para modificar el estilo de texto del patrón</a:t>
            </a:r>
          </a:p>
          <a:p>
            <a:pPr lvl="1"/>
            <a:r>
              <a:rPr lang="es-ES" altLang="pt-BR"/>
              <a:t>Segundo nivel</a:t>
            </a:r>
          </a:p>
          <a:p>
            <a:pPr lvl="2"/>
            <a:r>
              <a:rPr lang="es-ES" altLang="pt-BR"/>
              <a:t>Tercer nivel</a:t>
            </a:r>
          </a:p>
          <a:p>
            <a:pPr lvl="3"/>
            <a:r>
              <a:rPr lang="es-ES" altLang="pt-BR"/>
              <a:t>Cuarto nivel</a:t>
            </a:r>
          </a:p>
          <a:p>
            <a:pPr lvl="4"/>
            <a:r>
              <a:rPr lang="es-ES" altLang="pt-BR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fld id="{439EBFD0-E2F5-4BAE-9BB7-A55EA4C3CDB0}" type="datetimeFigureOut">
              <a:rPr lang="pt-BR" smtClean="0"/>
              <a:pPr/>
              <a:t>10/08/2026</a:t>
            </a:fld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EC9E3145-EBEF-4684-8594-019D60DEEF6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BANCO DE DADOS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Renata Gomes</a:t>
            </a:r>
          </a:p>
        </p:txBody>
      </p:sp>
    </p:spTree>
    <p:extLst>
      <p:ext uri="{BB962C8B-B14F-4D97-AF65-F5344CB8AC3E}">
        <p14:creationId xmlns:p14="http://schemas.microsoft.com/office/powerpoint/2010/main" val="548605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COMPARTILHAMENTO DE DADOS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A implantação da Informática em organizações ocorre de forma evolutiva e gradual. </a:t>
            </a:r>
          </a:p>
          <a:p>
            <a:endParaRPr lang="pt-BR" dirty="0"/>
          </a:p>
          <a:p>
            <a:pPr marL="457200" lvl="1" indent="0">
              <a:buNone/>
            </a:pPr>
            <a:endParaRPr lang="pt-BR" dirty="0"/>
          </a:p>
        </p:txBody>
      </p:sp>
      <p:sp>
        <p:nvSpPr>
          <p:cNvPr id="5" name="Retângulo 4"/>
          <p:cNvSpPr/>
          <p:nvPr/>
        </p:nvSpPr>
        <p:spPr>
          <a:xfrm>
            <a:off x="6300192" y="3131216"/>
            <a:ext cx="2088232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VENDAS</a:t>
            </a:r>
          </a:p>
        </p:txBody>
      </p:sp>
      <p:sp>
        <p:nvSpPr>
          <p:cNvPr id="6" name="Retângulo 5"/>
          <p:cNvSpPr/>
          <p:nvPr/>
        </p:nvSpPr>
        <p:spPr>
          <a:xfrm>
            <a:off x="3549944" y="3136954"/>
            <a:ext cx="2088232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COMPRAS</a:t>
            </a:r>
          </a:p>
        </p:txBody>
      </p:sp>
      <p:cxnSp>
        <p:nvCxnSpPr>
          <p:cNvPr id="11" name="Conector de seta reta 10"/>
          <p:cNvCxnSpPr/>
          <p:nvPr/>
        </p:nvCxnSpPr>
        <p:spPr>
          <a:xfrm>
            <a:off x="4499992" y="3861048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/>
          <p:nvPr/>
        </p:nvCxnSpPr>
        <p:spPr>
          <a:xfrm>
            <a:off x="7218294" y="3870354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>
            <a:off x="1803763" y="3870354"/>
            <a:ext cx="0" cy="72008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 14"/>
          <p:cNvSpPr/>
          <p:nvPr/>
        </p:nvSpPr>
        <p:spPr>
          <a:xfrm>
            <a:off x="759647" y="4725144"/>
            <a:ext cx="2088232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- PREÇO DA MP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  PRODUTO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3549944" y="4725888"/>
            <a:ext cx="2088232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- PREÇO DA MP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 COTAÇÃO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 PRODUTO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7" name="Retângulo 16"/>
          <p:cNvSpPr/>
          <p:nvPr/>
        </p:nvSpPr>
        <p:spPr>
          <a:xfrm>
            <a:off x="6048164" y="4753597"/>
            <a:ext cx="2340260" cy="115212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  <a:p>
            <a:pPr algn="ctr"/>
            <a:r>
              <a:rPr lang="pt-BR" dirty="0">
                <a:solidFill>
                  <a:schemeClr val="tx1"/>
                </a:solidFill>
              </a:rPr>
              <a:t>- PREÇO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 VENDAS</a:t>
            </a:r>
          </a:p>
          <a:p>
            <a:pPr algn="ctr"/>
            <a:r>
              <a:rPr lang="pt-BR" dirty="0">
                <a:solidFill>
                  <a:schemeClr val="tx1"/>
                </a:solidFill>
              </a:rPr>
              <a:t>- PRODUTO</a:t>
            </a:r>
          </a:p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768922" y="3136954"/>
            <a:ext cx="2088232" cy="64807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PRODUÇÃO</a:t>
            </a:r>
          </a:p>
        </p:txBody>
      </p:sp>
    </p:spTree>
    <p:extLst>
      <p:ext uri="{BB962C8B-B14F-4D97-AF65-F5344CB8AC3E}">
        <p14:creationId xmlns:p14="http://schemas.microsoft.com/office/powerpoint/2010/main" val="2070441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DADOS: Fatos que podem ser armazenados. Ex.: nomes, telefones,...</a:t>
            </a:r>
          </a:p>
          <a:p>
            <a:pPr algn="just"/>
            <a:r>
              <a:rPr lang="pt-BR" dirty="0"/>
              <a:t>BANCO DE DADOS: conjunto de arquivos integrados que atendem a um conjunto de sistemas </a:t>
            </a:r>
          </a:p>
        </p:txBody>
      </p:sp>
    </p:spTree>
    <p:extLst>
      <p:ext uri="{BB962C8B-B14F-4D97-AF65-F5344CB8AC3E}">
        <p14:creationId xmlns:p14="http://schemas.microsoft.com/office/powerpoint/2010/main" val="35119585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500" b="1" dirty="0"/>
              <a:t>COMPARTILHAMENTO DE DADOS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idx="1"/>
          </p:nvPr>
        </p:nvSpPr>
        <p:spPr>
          <a:xfrm>
            <a:off x="457200" y="1600201"/>
            <a:ext cx="2314600" cy="7486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indent="0" algn="ctr">
              <a:buNone/>
            </a:pPr>
            <a:r>
              <a:rPr lang="pt-BR" sz="2000" dirty="0">
                <a:solidFill>
                  <a:schemeClr val="tx1"/>
                </a:solidFill>
              </a:rPr>
              <a:t>PRODUÇÃO</a:t>
            </a:r>
          </a:p>
        </p:txBody>
      </p:sp>
      <p:sp>
        <p:nvSpPr>
          <p:cNvPr id="5" name="Espaço Reservado para Conteúdo 3"/>
          <p:cNvSpPr txBox="1">
            <a:spLocks/>
          </p:cNvSpPr>
          <p:nvPr/>
        </p:nvSpPr>
        <p:spPr bwMode="auto">
          <a:xfrm>
            <a:off x="3059832" y="1589018"/>
            <a:ext cx="2314600" cy="74868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pt-BR" sz="2000" kern="0" dirty="0">
                <a:solidFill>
                  <a:schemeClr val="tx1"/>
                </a:solidFill>
              </a:rPr>
              <a:t>COMPRAS</a:t>
            </a:r>
          </a:p>
        </p:txBody>
      </p:sp>
      <p:sp>
        <p:nvSpPr>
          <p:cNvPr id="6" name="Espaço Reservado para Conteúdo 3"/>
          <p:cNvSpPr txBox="1">
            <a:spLocks/>
          </p:cNvSpPr>
          <p:nvPr/>
        </p:nvSpPr>
        <p:spPr bwMode="auto">
          <a:xfrm>
            <a:off x="5543244" y="1608909"/>
            <a:ext cx="2314600" cy="74868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pt-BR" sz="2000" kern="0" dirty="0">
                <a:solidFill>
                  <a:schemeClr val="tx1"/>
                </a:solidFill>
              </a:rPr>
              <a:t>VENDAS</a:t>
            </a:r>
          </a:p>
        </p:txBody>
      </p:sp>
      <p:sp>
        <p:nvSpPr>
          <p:cNvPr id="7" name="Espaço Reservado para Conteúdo 3"/>
          <p:cNvSpPr txBox="1">
            <a:spLocks/>
          </p:cNvSpPr>
          <p:nvPr/>
        </p:nvSpPr>
        <p:spPr bwMode="auto">
          <a:xfrm>
            <a:off x="3137012" y="3501008"/>
            <a:ext cx="2731132" cy="12241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Tx/>
              <a:buNone/>
            </a:pPr>
            <a:r>
              <a:rPr lang="pt-BR" sz="2000" kern="0" dirty="0">
                <a:solidFill>
                  <a:schemeClr val="tx1"/>
                </a:solidFill>
              </a:rPr>
              <a:t>BANCO DE DADOS</a:t>
            </a:r>
          </a:p>
          <a:p>
            <a:pPr marL="0" indent="0" algn="ctr">
              <a:buFontTx/>
              <a:buNone/>
            </a:pPr>
            <a:r>
              <a:rPr lang="pt-BR" sz="2000" kern="0" dirty="0">
                <a:solidFill>
                  <a:schemeClr val="tx1"/>
                </a:solidFill>
              </a:rPr>
              <a:t>(PRODUTOS)</a:t>
            </a:r>
          </a:p>
        </p:txBody>
      </p:sp>
      <p:cxnSp>
        <p:nvCxnSpPr>
          <p:cNvPr id="9" name="Conector de seta reta 8"/>
          <p:cNvCxnSpPr/>
          <p:nvPr/>
        </p:nvCxnSpPr>
        <p:spPr>
          <a:xfrm>
            <a:off x="1932615" y="2564904"/>
            <a:ext cx="1224136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/>
          <p:cNvCxnSpPr/>
          <p:nvPr/>
        </p:nvCxnSpPr>
        <p:spPr>
          <a:xfrm>
            <a:off x="4278377" y="2564904"/>
            <a:ext cx="0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/>
          <p:cNvCxnSpPr/>
          <p:nvPr/>
        </p:nvCxnSpPr>
        <p:spPr>
          <a:xfrm flipH="1">
            <a:off x="5543244" y="2564904"/>
            <a:ext cx="756948" cy="7920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83625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CONCEITOS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79512" y="1600200"/>
            <a:ext cx="8712968" cy="4525963"/>
          </a:xfrm>
        </p:spPr>
        <p:txBody>
          <a:bodyPr/>
          <a:lstStyle/>
          <a:p>
            <a:pPr algn="just"/>
            <a:r>
              <a:rPr lang="pt-BR" dirty="0"/>
              <a:t>ENTIDADE: Uma entidade é uma representação de um conjunto de informações sobre determinado conceito do sistema.</a:t>
            </a:r>
            <a:br>
              <a:rPr lang="pt-BR" dirty="0"/>
            </a:br>
            <a:r>
              <a:rPr lang="pt-BR" dirty="0"/>
              <a:t>ATRIBUTO: são as informações que referenciam a entidade.</a:t>
            </a:r>
          </a:p>
          <a:p>
            <a:pPr algn="just"/>
            <a:r>
              <a:rPr lang="pt-BR" dirty="0"/>
              <a:t>RELACIONAMENTO: conjunto de associações entre entidades.</a:t>
            </a:r>
          </a:p>
          <a:p>
            <a:pPr marL="0" indent="0" algn="just">
              <a:buNone/>
            </a:pPr>
            <a:endParaRPr lang="pt-BR" dirty="0"/>
          </a:p>
          <a:p>
            <a:pPr algn="just"/>
            <a:endParaRPr lang="pt-BR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28080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Criar atributos para as seguintes entidades:</a:t>
            </a:r>
          </a:p>
          <a:p>
            <a:pPr lvl="1"/>
            <a:r>
              <a:rPr lang="pt-BR" dirty="0"/>
              <a:t>Carro</a:t>
            </a:r>
          </a:p>
          <a:p>
            <a:pPr lvl="1"/>
            <a:r>
              <a:rPr lang="pt-BR" dirty="0"/>
              <a:t>Aluno</a:t>
            </a:r>
          </a:p>
          <a:p>
            <a:pPr lvl="1"/>
            <a:r>
              <a:rPr lang="pt-BR" dirty="0"/>
              <a:t>Computador</a:t>
            </a:r>
          </a:p>
          <a:p>
            <a:pPr lvl="1"/>
            <a:r>
              <a:rPr lang="pt-BR" dirty="0"/>
              <a:t>Usuário do Instagram</a:t>
            </a:r>
          </a:p>
          <a:p>
            <a:pPr lvl="1"/>
            <a:r>
              <a:rPr lang="pt-BR" dirty="0"/>
              <a:t>Cliente</a:t>
            </a:r>
          </a:p>
          <a:p>
            <a:pPr lvl="1"/>
            <a:r>
              <a:rPr lang="pt-BR" dirty="0"/>
              <a:t>Vendedor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marL="457200" lvl="1" indent="0">
              <a:buNone/>
            </a:pP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01940104"/>
      </p:ext>
    </p:extLst>
  </p:cSld>
  <p:clrMapOvr>
    <a:masterClrMapping/>
  </p:clrMapOvr>
</p:sld>
</file>

<file path=ppt/theme/theme1.xml><?xml version="1.0" encoding="utf-8"?>
<a:theme xmlns:a="http://schemas.openxmlformats.org/drawingml/2006/main" name="Tema2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Tema2</Template>
  <TotalTime>6271</TotalTime>
  <Words>144</Words>
  <Application>Microsoft Office PowerPoint</Application>
  <PresentationFormat>Apresentação na tela (4:3)</PresentationFormat>
  <Paragraphs>42</Paragraphs>
  <Slides>6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Calibri</vt:lpstr>
      <vt:lpstr>Tema2</vt:lpstr>
      <vt:lpstr>BANCO DE DADOS</vt:lpstr>
      <vt:lpstr>COMPARTILHAMENTO DE DADOS</vt:lpstr>
      <vt:lpstr>CONCEITO</vt:lpstr>
      <vt:lpstr>COMPARTILHAMENTO DE DADOS</vt:lpstr>
      <vt:lpstr>CONCEITOS</vt:lpstr>
      <vt:lpstr>Exercícios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BANCO DE DADOS</dc:title>
  <dc:creator>Renata</dc:creator>
  <cp:lastModifiedBy>prof.renatagomesdf@gmail.com</cp:lastModifiedBy>
  <cp:revision>27</cp:revision>
  <dcterms:created xsi:type="dcterms:W3CDTF">2015-03-15T23:36:39Z</dcterms:created>
  <dcterms:modified xsi:type="dcterms:W3CDTF">2026-08-10T23:34:20Z</dcterms:modified>
</cp:coreProperties>
</file>